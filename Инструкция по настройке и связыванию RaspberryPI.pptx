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60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800000"/>
    <a:srgbClr val="006C1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C7417-EAE3-4D01-9D28-EBC1FCD98ADB}" type="datetimeFigureOut">
              <a:rPr lang="ru-RU" smtClean="0"/>
              <a:pPr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1755A-EEF2-4C3A-9314-1D27A85BFFE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opterExpress/clever-show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31.197:57575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pterExpress/clever-show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857232"/>
            <a:ext cx="7772400" cy="1470025"/>
          </a:xfrm>
        </p:spPr>
        <p:txBody>
          <a:bodyPr/>
          <a:lstStyle/>
          <a:p>
            <a:r>
              <a:rPr lang="ru-RU" dirty="0" smtClean="0"/>
              <a:t>Инструкция по настройке и связыванию двух </a:t>
            </a:r>
            <a:r>
              <a:rPr lang="en-US" dirty="0" err="1" smtClean="0"/>
              <a:t>RaspberryPI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2857496"/>
            <a:ext cx="87154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Цели</a:t>
            </a:r>
            <a:r>
              <a:rPr lang="en-US" sz="2400" dirty="0" smtClean="0"/>
              <a:t>:</a:t>
            </a:r>
            <a:r>
              <a:rPr lang="ru-RU" sz="2400" dirty="0" smtClean="0"/>
              <a:t> </a:t>
            </a:r>
          </a:p>
          <a:p>
            <a:pPr algn="just"/>
            <a:r>
              <a:rPr lang="ru-RU" sz="2400" dirty="0" smtClean="0"/>
              <a:t>1) обе</a:t>
            </a:r>
            <a:r>
              <a:rPr lang="en-US" sz="2400" dirty="0" smtClean="0"/>
              <a:t> Raspberry </a:t>
            </a:r>
            <a:r>
              <a:rPr lang="ru-RU" sz="2400" dirty="0" smtClean="0"/>
              <a:t>должны быть в настроены – необходимо загрузить образ и настроить конфигурационные файлы)</a:t>
            </a:r>
          </a:p>
          <a:p>
            <a:pPr algn="just"/>
            <a:r>
              <a:rPr lang="ru-RU" sz="2400" dirty="0" smtClean="0"/>
              <a:t>2) </a:t>
            </a:r>
            <a:r>
              <a:rPr lang="en-US" sz="2400" dirty="0" smtClean="0"/>
              <a:t>Raspberry </a:t>
            </a:r>
            <a:r>
              <a:rPr lang="ru-RU" sz="2400" dirty="0" smtClean="0"/>
              <a:t>должны быть связаны – они должны находиться в одной </a:t>
            </a:r>
            <a:r>
              <a:rPr lang="en-US" sz="2400" dirty="0"/>
              <a:t>ROS-</a:t>
            </a:r>
            <a:r>
              <a:rPr lang="ru-RU" sz="2400" dirty="0" smtClean="0"/>
              <a:t>сети, одна </a:t>
            </a:r>
            <a:r>
              <a:rPr lang="en-US" sz="2400" dirty="0" smtClean="0"/>
              <a:t>Pi</a:t>
            </a:r>
            <a:r>
              <a:rPr lang="ru-RU" sz="2400" dirty="0" smtClean="0"/>
              <a:t> является </a:t>
            </a:r>
            <a:r>
              <a:rPr lang="ru-RU" sz="2400" dirty="0"/>
              <a:t>ROS </a:t>
            </a:r>
            <a:r>
              <a:rPr lang="ru-RU" sz="2400" dirty="0" smtClean="0"/>
              <a:t>мастером, </a:t>
            </a:r>
            <a:r>
              <a:rPr lang="ru-RU" sz="2400" dirty="0"/>
              <a:t>а вторая — </a:t>
            </a:r>
            <a:r>
              <a:rPr lang="ru-RU" sz="2400" dirty="0" smtClean="0"/>
              <a:t>её клиентом</a:t>
            </a:r>
            <a:r>
              <a:rPr lang="ru-RU" sz="2400" dirty="0"/>
              <a:t>, и они могут обмениваться данными через топики.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52" y="5786454"/>
            <a:ext cx="6215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/>
              <a:t>примечание</a:t>
            </a:r>
            <a:r>
              <a:rPr lang="en-US" sz="1600" i="1" dirty="0" smtClean="0"/>
              <a:t>:</a:t>
            </a:r>
            <a:r>
              <a:rPr lang="ru-RU" sz="1600" i="1" dirty="0" smtClean="0"/>
              <a:t> под </a:t>
            </a:r>
            <a:r>
              <a:rPr lang="en-US" sz="1600" i="1" dirty="0" smtClean="0"/>
              <a:t>“Raspberry”</a:t>
            </a:r>
            <a:r>
              <a:rPr lang="ru-RU" sz="1600" i="1" dirty="0" smtClean="0"/>
              <a:t> подразумевается микроконтроллер </a:t>
            </a:r>
            <a:r>
              <a:rPr lang="ru-RU" sz="1600" i="1" dirty="0" err="1" smtClean="0"/>
              <a:t>беспилотника</a:t>
            </a:r>
            <a:r>
              <a:rPr lang="ru-RU" sz="1600" i="1" dirty="0" smtClean="0"/>
              <a:t>, будь то </a:t>
            </a:r>
            <a:r>
              <a:rPr lang="en-US" sz="1600" i="1" dirty="0" err="1" smtClean="0"/>
              <a:t>RaspberryPI</a:t>
            </a:r>
            <a:r>
              <a:rPr lang="ru-RU" sz="1600" i="1" dirty="0" smtClean="0"/>
              <a:t> или </a:t>
            </a:r>
            <a:r>
              <a:rPr lang="en-US" sz="1600" i="1" dirty="0" err="1" smtClean="0"/>
              <a:t>OrangePI</a:t>
            </a:r>
            <a:endParaRPr lang="ru-RU" sz="16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500042"/>
            <a:ext cx="9429816" cy="1470025"/>
          </a:xfrm>
        </p:spPr>
        <p:txBody>
          <a:bodyPr/>
          <a:lstStyle/>
          <a:p>
            <a:r>
              <a:rPr lang="ru-RU" dirty="0" smtClean="0"/>
              <a:t>Шаг 0 – скачать на рабочий компьютер все необходимое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643182"/>
            <a:ext cx="94060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28596" y="3786190"/>
            <a:ext cx="29289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 smtClean="0"/>
              <a:t>balenaEtcher</a:t>
            </a:r>
            <a:r>
              <a:rPr lang="ru-RU" sz="1400" dirty="0" smtClean="0"/>
              <a:t> - </a:t>
            </a:r>
            <a:r>
              <a:rPr lang="ru-RU" sz="1400" dirty="0"/>
              <a:t>программа для записи образов операционных систем на съёмные </a:t>
            </a:r>
            <a:r>
              <a:rPr lang="ru-RU" sz="1400" dirty="0" smtClean="0"/>
              <a:t>носители</a:t>
            </a:r>
          </a:p>
          <a:p>
            <a:endParaRPr lang="ru-RU" sz="1400" dirty="0"/>
          </a:p>
          <a:p>
            <a:r>
              <a:rPr lang="ru-RU" sz="1400" dirty="0" smtClean="0"/>
              <a:t>Ссылку на скачивание можно найти в на их сайте или в документации </a:t>
            </a:r>
            <a:r>
              <a:rPr lang="en-US" sz="1400" dirty="0" err="1"/>
              <a:t>c</a:t>
            </a:r>
            <a:r>
              <a:rPr lang="en-US" sz="1400" dirty="0" err="1" smtClean="0"/>
              <a:t>lover.coex.tech</a:t>
            </a:r>
            <a:endParaRPr lang="ru-RU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2643182"/>
            <a:ext cx="8858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357554" y="3786190"/>
            <a:ext cx="564360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smtClean="0"/>
              <a:t>Образ для </a:t>
            </a:r>
            <a:r>
              <a:rPr lang="en-US" sz="1400" b="1" dirty="0" smtClean="0"/>
              <a:t>Raspberry</a:t>
            </a:r>
            <a:r>
              <a:rPr lang="ru-RU" sz="1400" dirty="0" smtClean="0"/>
              <a:t> – есть 2 экземпляра</a:t>
            </a:r>
            <a:r>
              <a:rPr lang="en-US" sz="1400" dirty="0" smtClean="0"/>
              <a:t>:</a:t>
            </a:r>
            <a:endParaRPr lang="ru-RU" sz="1400" dirty="0" smtClean="0"/>
          </a:p>
          <a:p>
            <a:r>
              <a:rPr lang="ru-RU" sz="1400" dirty="0" smtClean="0"/>
              <a:t>1) по документации </a:t>
            </a:r>
            <a:r>
              <a:rPr lang="en-US" sz="1400" dirty="0" err="1" smtClean="0"/>
              <a:t>clover.coex.tech</a:t>
            </a:r>
            <a:r>
              <a:rPr lang="ru-RU" sz="1400" dirty="0"/>
              <a:t> </a:t>
            </a:r>
            <a:r>
              <a:rPr lang="ru-RU" sz="1400" dirty="0" smtClean="0"/>
              <a:t>, надежный, я на нем уже выполнял это задание, но он не самый удобная. готовься копаться в файлах.</a:t>
            </a:r>
          </a:p>
          <a:p>
            <a:r>
              <a:rPr lang="ru-RU" sz="1400" dirty="0" smtClean="0"/>
              <a:t>2) по инструкции для </a:t>
            </a:r>
            <a:r>
              <a:rPr lang="ru-RU" sz="1400" i="1" dirty="0" smtClean="0"/>
              <a:t>шоу </a:t>
            </a:r>
            <a:r>
              <a:rPr lang="ru-RU" sz="1400" i="1" dirty="0" err="1" smtClean="0"/>
              <a:t>коптеров</a:t>
            </a:r>
            <a:r>
              <a:rPr lang="ru-RU" sz="1400" i="1" dirty="0" smtClean="0"/>
              <a:t> </a:t>
            </a:r>
            <a:r>
              <a:rPr lang="ru-RU" sz="1400" dirty="0" smtClean="0"/>
              <a:t>на гит </a:t>
            </a:r>
            <a:r>
              <a:rPr lang="ru-RU" sz="1400" dirty="0" err="1" smtClean="0"/>
              <a:t>хаб</a:t>
            </a:r>
            <a:r>
              <a:rPr lang="ru-RU" sz="1400" dirty="0" smtClean="0"/>
              <a:t>. ссылку на эту инструкцию можно найти в документации </a:t>
            </a:r>
            <a:r>
              <a:rPr lang="en-US" sz="1400" dirty="0" err="1" smtClean="0"/>
              <a:t>clover.coex.tech</a:t>
            </a:r>
            <a:r>
              <a:rPr lang="ru-RU" sz="1400" dirty="0" smtClean="0"/>
              <a:t> или вот</a:t>
            </a:r>
            <a:r>
              <a:rPr lang="en-US" sz="1400" dirty="0" smtClean="0"/>
              <a:t>:</a:t>
            </a:r>
            <a:r>
              <a:rPr lang="ru-RU" sz="1400" dirty="0" smtClean="0"/>
              <a:t> </a:t>
            </a:r>
            <a:r>
              <a:rPr lang="en-US" sz="1400" dirty="0">
                <a:hlinkClick r:id="rId4"/>
              </a:rPr>
              <a:t>https://github.com/CopterExpress/clever-show</a:t>
            </a:r>
            <a:r>
              <a:rPr lang="en-US" sz="1400" dirty="0" smtClean="0"/>
              <a:t>.</a:t>
            </a:r>
            <a:endParaRPr lang="ru-RU" sz="1400" dirty="0" smtClean="0"/>
          </a:p>
          <a:p>
            <a:r>
              <a:rPr lang="ru-RU" sz="1400" dirty="0" smtClean="0"/>
              <a:t>не советую обращаться к этой инструкции и этому образу, но он будет удобнее чем первый.</a:t>
            </a:r>
          </a:p>
          <a:p>
            <a:r>
              <a:rPr lang="ru-RU" sz="1400" b="1" i="1" dirty="0" smtClean="0"/>
              <a:t>Примечание</a:t>
            </a:r>
            <a:r>
              <a:rPr lang="en-US" sz="1400" b="1" i="1" dirty="0" smtClean="0"/>
              <a:t>:</a:t>
            </a:r>
            <a:r>
              <a:rPr lang="ru-RU" sz="1400" b="1" i="1" dirty="0" smtClean="0"/>
              <a:t> ни в коем случае не перемешивай эти две документации. это разные образы. выбрал один путь и давишь его по соответствующей инструкции и не лезь в другую</a:t>
            </a:r>
            <a:endParaRPr lang="ru-RU" sz="1400" b="1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280902"/>
            <a:ext cx="9429816" cy="1470025"/>
          </a:xfrm>
        </p:spPr>
        <p:txBody>
          <a:bodyPr/>
          <a:lstStyle/>
          <a:p>
            <a:r>
              <a:rPr lang="ru-RU" dirty="0" smtClean="0"/>
              <a:t>Шаг 1 – загрузка образа на </a:t>
            </a:r>
            <a:r>
              <a:rPr lang="en-US" dirty="0" err="1"/>
              <a:t>m</a:t>
            </a:r>
            <a:r>
              <a:rPr lang="en-US" dirty="0" err="1" smtClean="0"/>
              <a:t>icroSD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2500298" y="3995678"/>
            <a:ext cx="56436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Вставил </a:t>
            </a:r>
            <a:r>
              <a:rPr lang="en-US" sz="2000" dirty="0" err="1" smtClean="0"/>
              <a:t>microSD</a:t>
            </a:r>
            <a:r>
              <a:rPr lang="ru-RU" sz="2000" dirty="0" smtClean="0"/>
              <a:t> в кард </a:t>
            </a:r>
            <a:r>
              <a:rPr lang="ru-RU" sz="2000" dirty="0" err="1" smtClean="0"/>
              <a:t>ридер</a:t>
            </a:r>
            <a:endParaRPr lang="ru-R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Вставил кард </a:t>
            </a:r>
            <a:r>
              <a:rPr lang="ru-RU" sz="2000" dirty="0" err="1" smtClean="0"/>
              <a:t>ридер</a:t>
            </a:r>
            <a:r>
              <a:rPr lang="ru-RU" sz="2000" dirty="0" smtClean="0"/>
              <a:t> в компьютер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Открыл </a:t>
            </a:r>
            <a:r>
              <a:rPr lang="en-US" sz="2000" dirty="0" err="1" smtClean="0"/>
              <a:t>balenaEtcher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Выбрал скачанный образ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Выбрал кард </a:t>
            </a:r>
            <a:r>
              <a:rPr lang="ru-RU" sz="2000" dirty="0" err="1" smtClean="0"/>
              <a:t>ридер</a:t>
            </a:r>
            <a:endParaRPr lang="ru-R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Нажал кнопку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Вытащил кард </a:t>
            </a:r>
            <a:r>
              <a:rPr lang="ru-RU" sz="2000" dirty="0" err="1" smtClean="0"/>
              <a:t>ридер</a:t>
            </a:r>
            <a:endParaRPr lang="ru-R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Вытащил </a:t>
            </a:r>
            <a:r>
              <a:rPr lang="en-US" sz="2000" dirty="0" err="1" smtClean="0"/>
              <a:t>microSD</a:t>
            </a:r>
            <a:r>
              <a:rPr lang="ru-RU" sz="2000" dirty="0" smtClean="0"/>
              <a:t> </a:t>
            </a:r>
          </a:p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1709662"/>
            <a:ext cx="3445605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785794"/>
            <a:ext cx="9429816" cy="1470025"/>
          </a:xfrm>
        </p:spPr>
        <p:txBody>
          <a:bodyPr/>
          <a:lstStyle/>
          <a:p>
            <a:r>
              <a:rPr lang="ru-RU" dirty="0" smtClean="0"/>
              <a:t>Шаг 2 – включение</a:t>
            </a:r>
            <a:r>
              <a:rPr lang="en-US" dirty="0"/>
              <a:t> Raspberry 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571604" y="2571744"/>
            <a:ext cx="607223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Подключить </a:t>
            </a:r>
            <a:r>
              <a:rPr lang="en-US" sz="2000" dirty="0" smtClean="0"/>
              <a:t>Raspberry</a:t>
            </a:r>
            <a:r>
              <a:rPr lang="ru-RU" sz="2000" dirty="0" smtClean="0"/>
              <a:t> к питанию через </a:t>
            </a:r>
            <a:r>
              <a:rPr lang="en-US" sz="2000" dirty="0" err="1" smtClean="0"/>
              <a:t>usb</a:t>
            </a:r>
            <a:r>
              <a:rPr lang="en-US" sz="2000" dirty="0" smtClean="0"/>
              <a:t>-c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/>
              <a:t>Вставить </a:t>
            </a:r>
            <a:r>
              <a:rPr lang="en-US" sz="2000" dirty="0" err="1" smtClean="0"/>
              <a:t>microSD</a:t>
            </a:r>
            <a:r>
              <a:rPr lang="ru-RU" sz="2000" dirty="0" smtClean="0"/>
              <a:t> со скачанным образом</a:t>
            </a:r>
            <a:r>
              <a:rPr lang="en-US" sz="2000" dirty="0" smtClean="0"/>
              <a:t> </a:t>
            </a:r>
            <a:endParaRPr lang="ru-RU" sz="2000" dirty="0" smtClean="0"/>
          </a:p>
          <a:p>
            <a:pPr marL="457200" indent="-457200"/>
            <a:endParaRPr lang="ru-RU" sz="2000" dirty="0"/>
          </a:p>
          <a:p>
            <a:r>
              <a:rPr lang="ru-RU" sz="2000" dirty="0" smtClean="0"/>
              <a:t>Загорится индикатор и </a:t>
            </a:r>
            <a:r>
              <a:rPr lang="en-US" sz="2000" dirty="0" smtClean="0"/>
              <a:t>Raspberry</a:t>
            </a:r>
            <a:r>
              <a:rPr lang="ru-RU" sz="2000" dirty="0" smtClean="0"/>
              <a:t> будет издавать тихий звук </a:t>
            </a:r>
          </a:p>
          <a:p>
            <a:r>
              <a:rPr lang="ru-RU" sz="2000" dirty="0" smtClean="0"/>
              <a:t>Спустя какое то время </a:t>
            </a:r>
            <a:r>
              <a:rPr lang="en-US" sz="2000" dirty="0" smtClean="0"/>
              <a:t>Raspberry</a:t>
            </a:r>
            <a:r>
              <a:rPr lang="ru-RU" sz="2000" dirty="0" smtClean="0"/>
              <a:t> начнет раздавать интернет. </a:t>
            </a:r>
          </a:p>
          <a:p>
            <a:r>
              <a:rPr lang="ru-RU" sz="2000" dirty="0" smtClean="0"/>
              <a:t>Имя сети будет </a:t>
            </a:r>
            <a:r>
              <a:rPr lang="en-US" sz="2000" dirty="0" smtClean="0"/>
              <a:t>clover-XXXX</a:t>
            </a:r>
            <a:r>
              <a:rPr lang="ru-RU" sz="2000" dirty="0" smtClean="0"/>
              <a:t> </a:t>
            </a:r>
            <a:r>
              <a:rPr lang="ru-RU" sz="1100" i="1" dirty="0" smtClean="0"/>
              <a:t>(</a:t>
            </a:r>
            <a:r>
              <a:rPr lang="en-US" sz="1100" i="1" dirty="0"/>
              <a:t>X</a:t>
            </a:r>
            <a:r>
              <a:rPr lang="en-US" sz="1100" i="1" dirty="0" smtClean="0"/>
              <a:t> – </a:t>
            </a:r>
            <a:r>
              <a:rPr lang="ru-RU" sz="1100" i="1" dirty="0" smtClean="0"/>
              <a:t>это какая-то цифра)</a:t>
            </a:r>
            <a:endParaRPr lang="ru-RU" sz="1400" i="1" dirty="0" smtClean="0"/>
          </a:p>
          <a:p>
            <a:r>
              <a:rPr lang="ru-RU" sz="2000" dirty="0" smtClean="0"/>
              <a:t>Пароль будет </a:t>
            </a:r>
            <a:r>
              <a:rPr lang="en-US" sz="2000" dirty="0" err="1"/>
              <a:t>cloverwifi</a:t>
            </a:r>
            <a:endParaRPr lang="ru-RU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357166"/>
            <a:ext cx="9429816" cy="1470025"/>
          </a:xfrm>
        </p:spPr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3</a:t>
            </a:r>
            <a:r>
              <a:rPr lang="ru-RU" dirty="0" smtClean="0"/>
              <a:t> – настройка </a:t>
            </a:r>
            <a:r>
              <a:rPr lang="en-US" dirty="0"/>
              <a:t>Raspberry</a:t>
            </a:r>
            <a:r>
              <a:rPr lang="ru-RU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1604" y="1714488"/>
            <a:ext cx="60722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После того как компьютер подключился к сети </a:t>
            </a:r>
            <a:r>
              <a:rPr lang="en-US" sz="2000" dirty="0"/>
              <a:t>Raspberry</a:t>
            </a:r>
            <a:r>
              <a:rPr lang="ru-RU" sz="2000" dirty="0"/>
              <a:t> </a:t>
            </a:r>
            <a:r>
              <a:rPr lang="ru-RU" sz="2000" dirty="0" smtClean="0"/>
              <a:t>можно подключиться к </a:t>
            </a:r>
            <a:r>
              <a:rPr lang="en-US" sz="2000" b="1" dirty="0"/>
              <a:t>Clover Drone Kit </a:t>
            </a:r>
            <a:r>
              <a:rPr lang="en-US" sz="2000" b="1" dirty="0" smtClean="0"/>
              <a:t>Tools</a:t>
            </a:r>
            <a:r>
              <a:rPr lang="ru-RU" sz="2000" b="1" dirty="0" smtClean="0"/>
              <a:t> </a:t>
            </a:r>
            <a:r>
              <a:rPr lang="ru-RU" sz="2000" dirty="0" smtClean="0"/>
              <a:t>по стандартному </a:t>
            </a:r>
            <a:r>
              <a:rPr lang="en-US" sz="2000" dirty="0" smtClean="0"/>
              <a:t>IP</a:t>
            </a:r>
            <a:r>
              <a:rPr lang="ru-RU" sz="2000" dirty="0" smtClean="0"/>
              <a:t> для</a:t>
            </a:r>
            <a:r>
              <a:rPr lang="en-US" sz="2000" dirty="0" smtClean="0"/>
              <a:t> raspberry</a:t>
            </a:r>
            <a:r>
              <a:rPr lang="ru-RU" sz="2000" dirty="0" smtClean="0"/>
              <a:t> </a:t>
            </a:r>
            <a:r>
              <a:rPr lang="ru-RU" sz="2000" dirty="0" smtClean="0"/>
              <a:t>192.168.11.1</a:t>
            </a:r>
            <a:endParaRPr lang="en-US" sz="2000" b="1" dirty="0"/>
          </a:p>
          <a:p>
            <a:endParaRPr lang="ru-RU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2928934"/>
            <a:ext cx="3143272" cy="14725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00166" y="4643446"/>
            <a:ext cx="6072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А от сюда в терминал - </a:t>
            </a:r>
            <a:r>
              <a:rPr lang="en-US" sz="2000" dirty="0">
                <a:hlinkClick r:id="rId3"/>
              </a:rPr>
              <a:t>Open web terminal</a:t>
            </a:r>
            <a:r>
              <a:rPr lang="en-US" sz="2000" dirty="0"/>
              <a:t> (</a:t>
            </a:r>
            <a:r>
              <a:rPr lang="en-US" sz="2000" dirty="0" smtClean="0"/>
              <a:t>Butterfly</a:t>
            </a:r>
            <a:r>
              <a:rPr lang="en-US" sz="2000" dirty="0"/>
              <a:t>)</a:t>
            </a:r>
            <a:endParaRPr lang="ru-RU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0364" y="5072074"/>
            <a:ext cx="2586378" cy="1576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428604"/>
            <a:ext cx="9429816" cy="1470025"/>
          </a:xfrm>
        </p:spPr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3</a:t>
            </a:r>
            <a:r>
              <a:rPr lang="ru-RU" dirty="0" smtClean="0"/>
              <a:t> – настройка </a:t>
            </a:r>
            <a:r>
              <a:rPr lang="en-US" dirty="0"/>
              <a:t>Raspberry</a:t>
            </a:r>
            <a:r>
              <a:rPr lang="ru-RU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04" y="2786058"/>
            <a:ext cx="60722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Пароль от терминала – </a:t>
            </a:r>
            <a:r>
              <a:rPr lang="en-US" sz="2000" dirty="0" smtClean="0"/>
              <a:t>raspberry</a:t>
            </a:r>
          </a:p>
          <a:p>
            <a:endParaRPr lang="en-US" sz="2000" dirty="0"/>
          </a:p>
          <a:p>
            <a:r>
              <a:rPr lang="ru-RU" sz="2000" dirty="0" smtClean="0"/>
              <a:t>Настройка основных параметров </a:t>
            </a:r>
            <a:r>
              <a:rPr lang="ru-RU" sz="2000" dirty="0" err="1" smtClean="0"/>
              <a:t>дрона</a:t>
            </a:r>
            <a:r>
              <a:rPr lang="ru-RU" sz="2000" dirty="0" smtClean="0"/>
              <a:t> происходит в папке </a:t>
            </a:r>
            <a:r>
              <a:rPr lang="en-US" sz="2000" dirty="0" smtClean="0"/>
              <a:t>launch. </a:t>
            </a:r>
            <a:r>
              <a:rPr lang="ru-RU" sz="2000" dirty="0" smtClean="0"/>
              <a:t>путь до папки</a:t>
            </a:r>
            <a:r>
              <a:rPr lang="en-US" sz="2000" dirty="0" smtClean="0"/>
              <a:t>:</a:t>
            </a:r>
            <a:endParaRPr lang="ru-RU" sz="2000" dirty="0" smtClean="0"/>
          </a:p>
          <a:p>
            <a:r>
              <a:rPr lang="en-US" sz="2000" dirty="0"/>
              <a:t>/home/pi/</a:t>
            </a:r>
            <a:r>
              <a:rPr lang="en-US" sz="2000" dirty="0" err="1"/>
              <a:t>catkin_ws</a:t>
            </a:r>
            <a:r>
              <a:rPr lang="en-US" sz="2000" dirty="0"/>
              <a:t>/</a:t>
            </a:r>
            <a:r>
              <a:rPr lang="en-US" sz="2000" dirty="0" err="1"/>
              <a:t>src</a:t>
            </a:r>
            <a:r>
              <a:rPr lang="en-US" sz="2000" dirty="0"/>
              <a:t>/clover/clover/launch </a:t>
            </a:r>
            <a:endParaRPr lang="ru-RU" sz="2000" dirty="0" smtClean="0"/>
          </a:p>
          <a:p>
            <a:r>
              <a:rPr lang="ru-RU" sz="2000" dirty="0" smtClean="0"/>
              <a:t>здесь важны</a:t>
            </a:r>
            <a:r>
              <a:rPr lang="en-US" sz="2000" dirty="0" smtClean="0"/>
              <a:t>:</a:t>
            </a:r>
          </a:p>
          <a:p>
            <a:r>
              <a:rPr lang="en-US" sz="2000" dirty="0" err="1" smtClean="0"/>
              <a:t>aruco.launch</a:t>
            </a:r>
            <a:endParaRPr lang="en-US" sz="2000" dirty="0" smtClean="0"/>
          </a:p>
          <a:p>
            <a:r>
              <a:rPr lang="en-US" sz="2000" dirty="0" err="1" smtClean="0"/>
              <a:t>clover.launch</a:t>
            </a:r>
            <a:endParaRPr lang="ru-RU" sz="2000" dirty="0" smtClean="0"/>
          </a:p>
          <a:p>
            <a:r>
              <a:rPr lang="en-US" sz="2000" dirty="0" err="1" smtClean="0"/>
              <a:t>main_camera.launch</a:t>
            </a:r>
            <a:endParaRPr lang="ru-RU" sz="2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571604" y="1714488"/>
            <a:ext cx="6572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Также к терминалу можно подключиться командой </a:t>
            </a:r>
            <a:r>
              <a:rPr lang="en-US" sz="2000" dirty="0" smtClean="0"/>
              <a:t>windows: </a:t>
            </a:r>
            <a:r>
              <a:rPr lang="en-US" sz="2000" dirty="0" err="1" smtClean="0">
                <a:latin typeface="+mj-lt"/>
              </a:rPr>
              <a:t>ssh</a:t>
            </a:r>
            <a:r>
              <a:rPr lang="en-US" sz="2000" dirty="0" smtClean="0">
                <a:latin typeface="+mj-lt"/>
              </a:rPr>
              <a:t> pi@&lt;IP</a:t>
            </a:r>
            <a:r>
              <a:rPr lang="ru-RU" sz="2000" dirty="0" smtClean="0">
                <a:latin typeface="+mj-lt"/>
              </a:rPr>
              <a:t> устройства</a:t>
            </a:r>
            <a:r>
              <a:rPr lang="en-US" sz="2000" dirty="0" smtClean="0">
                <a:latin typeface="+mj-lt"/>
              </a:rPr>
              <a:t>&gt;</a:t>
            </a:r>
          </a:p>
          <a:p>
            <a:r>
              <a:rPr lang="ru-RU" sz="2000" dirty="0" smtClean="0">
                <a:latin typeface="+mj-lt"/>
              </a:rPr>
              <a:t>например </a:t>
            </a:r>
            <a:r>
              <a:rPr lang="en-US" sz="2000" dirty="0" err="1"/>
              <a:t>ssh</a:t>
            </a:r>
            <a:r>
              <a:rPr lang="en-US" sz="2000" dirty="0"/>
              <a:t> </a:t>
            </a:r>
            <a:r>
              <a:rPr lang="en-US" sz="2000" dirty="0" smtClean="0"/>
              <a:t>pi@192.168.11.1</a:t>
            </a:r>
            <a:endParaRPr lang="ru-RU" sz="20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24" y="5715016"/>
            <a:ext cx="75009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Открыть файл можно через </a:t>
            </a:r>
            <a:r>
              <a:rPr lang="en-US" sz="2000" dirty="0" err="1" smtClean="0"/>
              <a:t>nano</a:t>
            </a:r>
            <a:r>
              <a:rPr lang="ru-RU" sz="2000" dirty="0" smtClean="0"/>
              <a:t>, по команде </a:t>
            </a:r>
            <a:r>
              <a:rPr lang="en-US" sz="2000" dirty="0" err="1" smtClean="0"/>
              <a:t>nano</a:t>
            </a:r>
            <a:r>
              <a:rPr lang="ru-RU" sz="2000" dirty="0" smtClean="0"/>
              <a:t> </a:t>
            </a:r>
            <a:r>
              <a:rPr lang="en-US" sz="2000" dirty="0" smtClean="0"/>
              <a:t>&lt;</a:t>
            </a:r>
            <a:r>
              <a:rPr lang="ru-RU" sz="2000" dirty="0" smtClean="0"/>
              <a:t>имя файла</a:t>
            </a:r>
            <a:r>
              <a:rPr lang="en-US" sz="2000" dirty="0" smtClean="0"/>
              <a:t>&gt;</a:t>
            </a:r>
            <a:endParaRPr lang="ru-RU" sz="2000" dirty="0" smtClean="0"/>
          </a:p>
          <a:p>
            <a:r>
              <a:rPr lang="ru-RU" sz="2000" dirty="0" smtClean="0"/>
              <a:t>Например </a:t>
            </a:r>
            <a:r>
              <a:rPr lang="en-US" sz="2000" dirty="0" err="1" smtClean="0"/>
              <a:t>nano</a:t>
            </a:r>
            <a:r>
              <a:rPr lang="en-US" sz="2000" dirty="0" smtClean="0"/>
              <a:t> </a:t>
            </a:r>
            <a:r>
              <a:rPr lang="en-US" sz="2000" dirty="0" err="1" smtClean="0"/>
              <a:t>aruco.launch</a:t>
            </a:r>
            <a:r>
              <a:rPr lang="en-US" sz="2000" dirty="0" smtClean="0"/>
              <a:t> </a:t>
            </a:r>
            <a:endParaRPr lang="ru-RU" sz="20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142852"/>
            <a:ext cx="9429816" cy="1470025"/>
          </a:xfrm>
        </p:spPr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3</a:t>
            </a:r>
            <a:r>
              <a:rPr lang="ru-RU" dirty="0" smtClean="0"/>
              <a:t> – настройка </a:t>
            </a:r>
            <a:r>
              <a:rPr lang="en-US" dirty="0" smtClean="0"/>
              <a:t>Raspberry</a:t>
            </a:r>
            <a:r>
              <a:rPr lang="ru-RU" dirty="0" smtClean="0"/>
              <a:t>-</a:t>
            </a:r>
            <a:r>
              <a:rPr lang="ru-RU" dirty="0" err="1" smtClean="0"/>
              <a:t>дрона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928662" y="1285860"/>
            <a:ext cx="72150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! </a:t>
            </a:r>
            <a:r>
              <a:rPr lang="ru-RU" sz="2000" dirty="0" smtClean="0"/>
              <a:t>Настройка для </a:t>
            </a:r>
            <a:r>
              <a:rPr lang="ru-RU" sz="2000" dirty="0" err="1" smtClean="0"/>
              <a:t>дрона</a:t>
            </a:r>
            <a:r>
              <a:rPr lang="ru-RU" sz="2000" dirty="0" smtClean="0"/>
              <a:t> и </a:t>
            </a:r>
            <a:r>
              <a:rPr lang="ru-RU" sz="2000" dirty="0" err="1" smtClean="0"/>
              <a:t>ровера</a:t>
            </a:r>
            <a:r>
              <a:rPr lang="ru-RU" sz="2000" dirty="0" smtClean="0"/>
              <a:t> отличается в некоторых местах</a:t>
            </a:r>
          </a:p>
          <a:p>
            <a:r>
              <a:rPr lang="ru-RU" sz="2000" b="1" dirty="0" smtClean="0"/>
              <a:t>Для </a:t>
            </a:r>
            <a:r>
              <a:rPr lang="ru-RU" sz="2000" b="1" dirty="0" err="1" smtClean="0"/>
              <a:t>дрона</a:t>
            </a:r>
            <a:r>
              <a:rPr lang="en-US" sz="2000" b="1" dirty="0" smtClean="0"/>
              <a:t>:</a:t>
            </a:r>
            <a:endParaRPr lang="ru-RU" sz="2000" b="1" dirty="0" smtClean="0"/>
          </a:p>
          <a:p>
            <a:r>
              <a:rPr lang="ru-RU" sz="2000" dirty="0" smtClean="0"/>
              <a:t>в </a:t>
            </a:r>
            <a:r>
              <a:rPr lang="en-US" sz="2000" dirty="0" err="1" smtClean="0"/>
              <a:t>aruco.launch</a:t>
            </a:r>
            <a:r>
              <a:rPr lang="en-US" sz="2000" dirty="0" smtClean="0"/>
              <a:t>: </a:t>
            </a:r>
            <a:r>
              <a:rPr lang="ru-RU" sz="2000" dirty="0" smtClean="0"/>
              <a:t>установить </a:t>
            </a:r>
            <a:r>
              <a:rPr lang="en-US" sz="2000" dirty="0" err="1" smtClean="0"/>
              <a:t>aruco_map</a:t>
            </a:r>
            <a:r>
              <a:rPr lang="en-US" sz="2000" dirty="0" smtClean="0"/>
              <a:t> </a:t>
            </a:r>
            <a:r>
              <a:rPr lang="ru-RU" sz="2000" dirty="0" smtClean="0"/>
              <a:t>и </a:t>
            </a:r>
            <a:r>
              <a:rPr lang="en-US" sz="2000" dirty="0" err="1" smtClean="0"/>
              <a:t>aruco_vpe</a:t>
            </a:r>
            <a:r>
              <a:rPr lang="en-US" sz="2000" dirty="0" smtClean="0"/>
              <a:t> </a:t>
            </a:r>
            <a:r>
              <a:rPr lang="ru-RU" sz="2000" dirty="0" smtClean="0"/>
              <a:t>на </a:t>
            </a:r>
            <a:r>
              <a:rPr lang="en-US" sz="2000" dirty="0" smtClean="0"/>
              <a:t>true</a:t>
            </a:r>
            <a:endParaRPr lang="ru-RU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500306"/>
            <a:ext cx="5413413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928662" y="3929066"/>
            <a:ext cx="5823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 </a:t>
            </a:r>
            <a:r>
              <a:rPr lang="en-US" dirty="0" err="1" smtClean="0"/>
              <a:t>clover.launch</a:t>
            </a:r>
            <a:r>
              <a:rPr lang="en-US" dirty="0" smtClean="0"/>
              <a:t>: </a:t>
            </a:r>
            <a:r>
              <a:rPr lang="ru-RU" dirty="0" smtClean="0"/>
              <a:t>установить </a:t>
            </a:r>
            <a:r>
              <a:rPr lang="en-US" dirty="0" err="1" smtClean="0"/>
              <a:t>aruco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optical_flow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smtClean="0"/>
              <a:t>led</a:t>
            </a:r>
            <a:r>
              <a:rPr lang="ru-RU" dirty="0" smtClean="0"/>
              <a:t>на </a:t>
            </a:r>
            <a:r>
              <a:rPr lang="en-US" dirty="0" smtClean="0"/>
              <a:t>true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099" y="4357694"/>
            <a:ext cx="439258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428604"/>
            <a:ext cx="9429816" cy="1470025"/>
          </a:xfrm>
        </p:spPr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3</a:t>
            </a:r>
            <a:r>
              <a:rPr lang="ru-RU" dirty="0" smtClean="0"/>
              <a:t> – настройка </a:t>
            </a:r>
            <a:r>
              <a:rPr lang="en-US" dirty="0" smtClean="0"/>
              <a:t>Raspberry</a:t>
            </a:r>
            <a:r>
              <a:rPr lang="ru-RU" dirty="0" smtClean="0"/>
              <a:t>-</a:t>
            </a:r>
            <a:r>
              <a:rPr lang="ru-RU" dirty="0" err="1" smtClean="0"/>
              <a:t>дрона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57224" y="1500174"/>
            <a:ext cx="7215052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! </a:t>
            </a:r>
            <a:r>
              <a:rPr lang="ru-RU" sz="2000" dirty="0" smtClean="0"/>
              <a:t>Настройка для </a:t>
            </a:r>
            <a:r>
              <a:rPr lang="ru-RU" sz="2000" dirty="0" err="1" smtClean="0"/>
              <a:t>дрона</a:t>
            </a:r>
            <a:r>
              <a:rPr lang="ru-RU" sz="2000" dirty="0" smtClean="0"/>
              <a:t> и </a:t>
            </a:r>
            <a:r>
              <a:rPr lang="ru-RU" sz="2000" dirty="0" err="1" smtClean="0"/>
              <a:t>ровера</a:t>
            </a:r>
            <a:r>
              <a:rPr lang="ru-RU" sz="2000" dirty="0" smtClean="0"/>
              <a:t> отличается в некоторых местах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662" y="2214554"/>
            <a:ext cx="7286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</a:t>
            </a:r>
            <a:r>
              <a:rPr lang="en-US" dirty="0" err="1" smtClean="0"/>
              <a:t>main_camera.launch</a:t>
            </a:r>
            <a:r>
              <a:rPr lang="en-US" dirty="0" smtClean="0"/>
              <a:t>: </a:t>
            </a:r>
            <a:r>
              <a:rPr lang="ru-RU" dirty="0" smtClean="0"/>
              <a:t>установить </a:t>
            </a:r>
            <a:r>
              <a:rPr lang="en-US" dirty="0" smtClean="0"/>
              <a:t>direction</a:t>
            </a:r>
            <a:r>
              <a:rPr lang="ru-RU" dirty="0" smtClean="0"/>
              <a:t>_</a:t>
            </a:r>
            <a:r>
              <a:rPr lang="en-US" dirty="0" smtClean="0"/>
              <a:t>z </a:t>
            </a:r>
            <a:r>
              <a:rPr lang="ru-RU" dirty="0" smtClean="0"/>
              <a:t>и </a:t>
            </a:r>
            <a:r>
              <a:rPr lang="en-US" dirty="0" err="1" smtClean="0"/>
              <a:t>direction_y</a:t>
            </a:r>
            <a:r>
              <a:rPr lang="en-US" dirty="0" smtClean="0"/>
              <a:t> </a:t>
            </a:r>
            <a:r>
              <a:rPr lang="ru-RU" dirty="0" smtClean="0"/>
              <a:t>по сути. так, как будет стоять у реального </a:t>
            </a:r>
            <a:r>
              <a:rPr lang="ru-RU" dirty="0" err="1" smtClean="0"/>
              <a:t>дрона</a:t>
            </a:r>
            <a:r>
              <a:rPr lang="ru-RU" dirty="0" smtClean="0"/>
              <a:t> </a:t>
            </a:r>
            <a:endParaRPr lang="en-US" dirty="0" smtClean="0"/>
          </a:p>
          <a:p>
            <a:r>
              <a:rPr lang="en-US" dirty="0" err="1" smtClean="0"/>
              <a:t>direction_z</a:t>
            </a:r>
            <a:r>
              <a:rPr lang="en-US" dirty="0" smtClean="0"/>
              <a:t> – up </a:t>
            </a:r>
            <a:r>
              <a:rPr lang="ru-RU" dirty="0" smtClean="0"/>
              <a:t>или </a:t>
            </a:r>
            <a:r>
              <a:rPr lang="en-US" dirty="0" smtClean="0"/>
              <a:t>down</a:t>
            </a:r>
            <a:r>
              <a:rPr lang="ru-RU" dirty="0" smtClean="0"/>
              <a:t>, куда смотрит камера</a:t>
            </a:r>
          </a:p>
          <a:p>
            <a:r>
              <a:rPr lang="en-US" dirty="0" err="1" smtClean="0"/>
              <a:t>direction_y</a:t>
            </a:r>
            <a:r>
              <a:rPr lang="en-US" dirty="0" smtClean="0"/>
              <a:t> </a:t>
            </a:r>
            <a:r>
              <a:rPr lang="ru-RU" dirty="0" smtClean="0"/>
              <a:t>– </a:t>
            </a:r>
            <a:r>
              <a:rPr lang="en-US" dirty="0" smtClean="0"/>
              <a:t>backward </a:t>
            </a:r>
            <a:r>
              <a:rPr lang="ru-RU" dirty="0" smtClean="0"/>
              <a:t>или </a:t>
            </a:r>
            <a:r>
              <a:rPr lang="en-US" dirty="0" smtClean="0"/>
              <a:t>forward</a:t>
            </a:r>
            <a:r>
              <a:rPr lang="ru-RU" dirty="0" smtClean="0"/>
              <a:t>, куда смотрит кабель от камеры</a:t>
            </a:r>
            <a:endParaRPr lang="ru-R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429000"/>
            <a:ext cx="8572560" cy="833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1571604" y="4714884"/>
            <a:ext cx="550072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Для </a:t>
            </a:r>
            <a:r>
              <a:rPr lang="ru-RU" sz="2000" b="1" dirty="0" err="1" smtClean="0"/>
              <a:t>ровера</a:t>
            </a:r>
            <a:r>
              <a:rPr lang="en-US" sz="2000" b="1" dirty="0" smtClean="0"/>
              <a:t>:</a:t>
            </a:r>
            <a:r>
              <a:rPr lang="ru-RU" sz="2000" b="1" dirty="0" smtClean="0"/>
              <a:t> ничего из этого не настраивать!</a:t>
            </a:r>
          </a:p>
          <a:p>
            <a:r>
              <a:rPr lang="ru-RU" dirty="0" smtClean="0"/>
              <a:t>наверняка там понадобится настраивать коэффициенты перемещения, но с этим я не помогу, разбирайся на месте.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0"/>
            <a:ext cx="9429816" cy="1470025"/>
          </a:xfrm>
        </p:spPr>
        <p:txBody>
          <a:bodyPr/>
          <a:lstStyle/>
          <a:p>
            <a:r>
              <a:rPr lang="ru-RU" dirty="0" smtClean="0"/>
              <a:t>Шаг 4 – настройка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-285816" y="714356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4.</a:t>
            </a:r>
            <a:r>
              <a:rPr lang="ru-RU" sz="3200" dirty="0">
                <a:latin typeface="+mj-lt"/>
                <a:ea typeface="+mj-ea"/>
                <a:cs typeface="+mj-cs"/>
              </a:rPr>
              <a:t>1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настройка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200" dirty="0" smtClean="0"/>
              <a:t>Raspberry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24" y="1938326"/>
            <a:ext cx="7286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На </a:t>
            </a:r>
            <a:r>
              <a:rPr lang="ru-RU" sz="2000" dirty="0" err="1" smtClean="0"/>
              <a:t>дроне</a:t>
            </a:r>
            <a:r>
              <a:rPr lang="ru-RU" sz="2000" dirty="0" smtClean="0"/>
              <a:t> и </a:t>
            </a:r>
            <a:r>
              <a:rPr lang="ru-RU" sz="2000" dirty="0" err="1" smtClean="0"/>
              <a:t>ровере</a:t>
            </a:r>
            <a:r>
              <a:rPr lang="en-US" sz="2000" dirty="0" smtClean="0"/>
              <a:t>:</a:t>
            </a:r>
            <a:r>
              <a:rPr lang="ru-RU" sz="2000" dirty="0" smtClean="0"/>
              <a:t> переводим их в режим клиента сети </a:t>
            </a:r>
            <a:r>
              <a:rPr lang="en-US" sz="2000" dirty="0" err="1" smtClean="0"/>
              <a:t>wifi</a:t>
            </a:r>
            <a:endParaRPr lang="ru-RU" sz="2000" dirty="0" smtClean="0"/>
          </a:p>
          <a:p>
            <a:endParaRPr lang="ru-RU" sz="200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428868"/>
            <a:ext cx="29813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3643314"/>
            <a:ext cx="6754813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0"/>
            <a:ext cx="9429816" cy="1470025"/>
          </a:xfrm>
        </p:spPr>
        <p:txBody>
          <a:bodyPr/>
          <a:lstStyle/>
          <a:p>
            <a:r>
              <a:rPr lang="ru-RU" dirty="0" smtClean="0"/>
              <a:t>Шаг 4 – настройка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928662" y="4786322"/>
            <a:ext cx="72866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Нужно всё лишнее удалить и ввести данные той сети к которой будут подключаться </a:t>
            </a:r>
            <a:r>
              <a:rPr lang="ru-RU" dirty="0" err="1" smtClean="0"/>
              <a:t>беспилотники</a:t>
            </a:r>
            <a:r>
              <a:rPr lang="ru-RU" dirty="0" smtClean="0"/>
              <a:t>. 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После этого перезагрузить </a:t>
            </a:r>
            <a:r>
              <a:rPr lang="en-US" dirty="0" smtClean="0"/>
              <a:t>Raspberry</a:t>
            </a:r>
            <a:r>
              <a:rPr lang="ru-RU" dirty="0" smtClean="0"/>
              <a:t> с помощью команды </a:t>
            </a:r>
            <a:r>
              <a:rPr lang="en-US" dirty="0" smtClean="0"/>
              <a:t>reboot</a:t>
            </a:r>
            <a:endParaRPr lang="ru-RU" dirty="0" smtClean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-285816" y="714356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4.2 – настройка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200" dirty="0" smtClean="0"/>
              <a:t>Raspberry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143248"/>
            <a:ext cx="541972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1000100" y="2214554"/>
            <a:ext cx="7286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</a:t>
            </a:r>
            <a:r>
              <a:rPr lang="ru-RU" dirty="0" err="1" smtClean="0"/>
              <a:t>дроне</a:t>
            </a:r>
            <a:r>
              <a:rPr lang="ru-RU" dirty="0" smtClean="0"/>
              <a:t> и </a:t>
            </a:r>
            <a:r>
              <a:rPr lang="ru-RU" dirty="0" err="1" smtClean="0"/>
              <a:t>ровере</a:t>
            </a:r>
            <a:r>
              <a:rPr lang="en-US" dirty="0" smtClean="0"/>
              <a:t>:</a:t>
            </a:r>
            <a:r>
              <a:rPr lang="ru-RU" dirty="0" smtClean="0"/>
              <a:t> меняем сеть.</a:t>
            </a:r>
          </a:p>
          <a:p>
            <a:r>
              <a:rPr lang="ru-RU" dirty="0" smtClean="0"/>
              <a:t>нужно отредактировать файл </a:t>
            </a:r>
            <a:r>
              <a:rPr lang="en-US" dirty="0"/>
              <a:t>/etc/</a:t>
            </a:r>
            <a:r>
              <a:rPr lang="en-US" dirty="0" err="1"/>
              <a:t>wpa_supplicant</a:t>
            </a:r>
            <a:r>
              <a:rPr lang="en-US" dirty="0"/>
              <a:t>/</a:t>
            </a:r>
            <a:r>
              <a:rPr lang="en-US" dirty="0" err="1"/>
              <a:t>wpa_supplicant.conf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через </a:t>
            </a:r>
            <a:r>
              <a:rPr lang="en-US" dirty="0" err="1" smtClean="0"/>
              <a:t>sudo</a:t>
            </a:r>
            <a:r>
              <a:rPr lang="en-US" dirty="0" smtClean="0"/>
              <a:t>)</a:t>
            </a:r>
          </a:p>
          <a:p>
            <a:endParaRPr lang="ru-RU" dirty="0" smtClean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928802"/>
            <a:ext cx="598328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5572140"/>
            <a:ext cx="25336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3143248"/>
            <a:ext cx="5715040" cy="2930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0"/>
            <a:ext cx="9429816" cy="1470025"/>
          </a:xfrm>
        </p:spPr>
        <p:txBody>
          <a:bodyPr/>
          <a:lstStyle/>
          <a:p>
            <a:r>
              <a:rPr lang="ru-RU" dirty="0" smtClean="0"/>
              <a:t>Шаг 4 – настройка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57224" y="2143116"/>
            <a:ext cx="7643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этого у </a:t>
            </a:r>
            <a:r>
              <a:rPr lang="en-US" dirty="0" smtClean="0"/>
              <a:t>Raspberry</a:t>
            </a:r>
            <a:r>
              <a:rPr lang="ru-RU" dirty="0" smtClean="0"/>
              <a:t> поменяется </a:t>
            </a:r>
            <a:r>
              <a:rPr lang="en-US" dirty="0" smtClean="0"/>
              <a:t>IP</a:t>
            </a:r>
            <a:r>
              <a:rPr lang="ru-RU" dirty="0" smtClean="0"/>
              <a:t>, его надо посмотреть в настройках роутера.</a:t>
            </a:r>
          </a:p>
          <a:p>
            <a:r>
              <a:rPr lang="ru-RU" dirty="0" smtClean="0"/>
              <a:t>для этого надо обладать такими правами и обратиться к роутеру по его </a:t>
            </a:r>
            <a:r>
              <a:rPr lang="en-US" dirty="0" smtClean="0"/>
              <a:t>IP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-285816" y="714356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4.3 – настройка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200" dirty="0" smtClean="0"/>
              <a:t>Raspberry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4143380"/>
            <a:ext cx="2095500" cy="619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85786" y="6215082"/>
            <a:ext cx="764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теперь все взаимодействия с </a:t>
            </a:r>
            <a:r>
              <a:rPr lang="en-US" dirty="0"/>
              <a:t>Raspberry</a:t>
            </a:r>
            <a:r>
              <a:rPr lang="ru-RU" dirty="0"/>
              <a:t> </a:t>
            </a:r>
            <a:r>
              <a:rPr lang="ru-RU" dirty="0" smtClean="0"/>
              <a:t>происходят только по этому </a:t>
            </a:r>
            <a:r>
              <a:rPr lang="en-US" dirty="0" smtClean="0"/>
              <a:t>IP</a:t>
            </a:r>
            <a:endParaRPr lang="ru-RU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0"/>
            <a:ext cx="9429816" cy="1470025"/>
          </a:xfrm>
        </p:spPr>
        <p:txBody>
          <a:bodyPr/>
          <a:lstStyle/>
          <a:p>
            <a:r>
              <a:rPr lang="ru-RU" dirty="0" smtClean="0"/>
              <a:t>Шаг 4 – настройка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-285816" y="714356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4.4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диагностика сети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ROS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(опционально)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910" y="1928802"/>
            <a:ext cx="7643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 включении </a:t>
            </a:r>
            <a:r>
              <a:rPr lang="en-US" dirty="0" smtClean="0"/>
              <a:t>Raspberry</a:t>
            </a:r>
            <a:r>
              <a:rPr lang="ru-RU" dirty="0" smtClean="0"/>
              <a:t> могут создать свою сеть </a:t>
            </a:r>
            <a:r>
              <a:rPr lang="en-US" dirty="0" smtClean="0"/>
              <a:t>ROS</a:t>
            </a:r>
            <a:r>
              <a:rPr lang="ru-RU" dirty="0" smtClean="0"/>
              <a:t>. это ни на что не влияет, все равно мы свою будем создавать, но сейчас ее можно прощупать.</a:t>
            </a:r>
          </a:p>
          <a:p>
            <a:r>
              <a:rPr lang="ru-RU" dirty="0" smtClean="0"/>
              <a:t>К тому же этот шаг будет полезен в будущих этапах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214686"/>
            <a:ext cx="5500726" cy="327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0"/>
            <a:ext cx="9429816" cy="1470025"/>
          </a:xfrm>
        </p:spPr>
        <p:txBody>
          <a:bodyPr/>
          <a:lstStyle/>
          <a:p>
            <a:r>
              <a:rPr lang="ru-RU" dirty="0" smtClean="0"/>
              <a:t>Шаг 4 – настройка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-285816" y="714356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4.5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установка сети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ROS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348" y="2714620"/>
            <a:ext cx="76438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Нам важны две команды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dirty="0" smtClean="0"/>
              <a:t>1) установить </a:t>
            </a:r>
            <a:r>
              <a:rPr lang="en-US" dirty="0" smtClean="0"/>
              <a:t>IP</a:t>
            </a:r>
            <a:r>
              <a:rPr lang="ru-RU" dirty="0" smtClean="0"/>
              <a:t> мастера</a:t>
            </a:r>
            <a:r>
              <a:rPr lang="en-US" dirty="0" smtClean="0"/>
              <a:t>:</a:t>
            </a:r>
            <a:r>
              <a:rPr lang="ru-RU" dirty="0" smtClean="0"/>
              <a:t>     </a:t>
            </a:r>
            <a:r>
              <a:rPr lang="ru-RU" sz="1050" b="1" dirty="0" smtClean="0"/>
              <a:t>не </a:t>
            </a:r>
            <a:r>
              <a:rPr lang="en-US" sz="1050" b="1" dirty="0" smtClean="0"/>
              <a:t>https</a:t>
            </a:r>
            <a:endParaRPr lang="ru-RU" b="1" dirty="0" smtClean="0"/>
          </a:p>
          <a:p>
            <a:r>
              <a:rPr lang="en-US" dirty="0"/>
              <a:t>export</a:t>
            </a:r>
            <a:r>
              <a:rPr lang="en-US" dirty="0" smtClean="0"/>
              <a:t> </a:t>
            </a:r>
            <a:r>
              <a:rPr lang="en-US" dirty="0"/>
              <a:t>ROS_MASTER_URI=</a:t>
            </a:r>
            <a:r>
              <a:rPr lang="en-US" dirty="0" smtClean="0"/>
              <a:t>http://&lt;IP</a:t>
            </a:r>
            <a:r>
              <a:rPr lang="ru-RU" dirty="0" smtClean="0"/>
              <a:t> МАСТЕРА</a:t>
            </a:r>
            <a:r>
              <a:rPr lang="en-US" dirty="0" smtClean="0"/>
              <a:t>&gt;:11311</a:t>
            </a:r>
            <a:endParaRPr lang="ru-RU" dirty="0" smtClean="0"/>
          </a:p>
          <a:p>
            <a:r>
              <a:rPr lang="en-US" dirty="0" smtClean="0"/>
              <a:t>2) </a:t>
            </a:r>
            <a:r>
              <a:rPr lang="ru-RU" dirty="0" smtClean="0"/>
              <a:t>установить свой </a:t>
            </a:r>
            <a:r>
              <a:rPr lang="en-US" dirty="0" smtClean="0"/>
              <a:t>IP</a:t>
            </a:r>
            <a:endParaRPr lang="ru-RU" dirty="0" smtClean="0"/>
          </a:p>
          <a:p>
            <a:r>
              <a:rPr lang="en-US" dirty="0" smtClean="0"/>
              <a:t>export </a:t>
            </a:r>
            <a:r>
              <a:rPr lang="en-US" dirty="0"/>
              <a:t>ROS_IP</a:t>
            </a:r>
            <a:r>
              <a:rPr lang="en-US" dirty="0" smtClean="0"/>
              <a:t>=&lt;</a:t>
            </a:r>
            <a:r>
              <a:rPr lang="ru-RU" dirty="0" smtClean="0"/>
              <a:t>СВОЙ </a:t>
            </a:r>
            <a:r>
              <a:rPr lang="en-US" dirty="0" smtClean="0"/>
              <a:t>IP&gt;</a:t>
            </a:r>
            <a:endParaRPr lang="ru-RU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14348" y="1928802"/>
            <a:ext cx="732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Сейчас надо определиться кто будет подавать данные, а кто принимать.</a:t>
            </a:r>
          </a:p>
          <a:p>
            <a:r>
              <a:rPr lang="ru-RU" dirty="0"/>
              <a:t>Д</a:t>
            </a:r>
            <a:r>
              <a:rPr lang="ru-RU" dirty="0" smtClean="0"/>
              <a:t>алее подающий – мастер, принимающий - клиент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071934" y="3929066"/>
            <a:ext cx="5214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 smtClean="0"/>
              <a:t>если команды выполняются на терминале мастера, то все равно берём обе команды и ставим там и там одинаковый </a:t>
            </a:r>
            <a:r>
              <a:rPr lang="en-US" sz="1400" i="1" dirty="0" smtClean="0"/>
              <a:t>IP</a:t>
            </a:r>
            <a:endParaRPr lang="ru-RU" sz="14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3643306" y="4857760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Далее два варианта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85786" y="5357826"/>
            <a:ext cx="3885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800000"/>
                </a:solidFill>
              </a:rPr>
              <a:t>Временный (до первой перезагрузки)</a:t>
            </a:r>
            <a:endParaRPr lang="ru-RU" dirty="0">
              <a:solidFill>
                <a:srgbClr val="8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3636" y="5357826"/>
            <a:ext cx="139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000066"/>
                </a:solidFill>
              </a:rPr>
              <a:t>Постоянный</a:t>
            </a:r>
            <a:endParaRPr lang="ru-RU" dirty="0">
              <a:solidFill>
                <a:srgbClr val="00006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1538" y="5786454"/>
            <a:ext cx="300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просто вызвать эти команды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5357818" y="5786454"/>
            <a:ext cx="3060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вставить эти команды в файл</a:t>
            </a:r>
            <a:endParaRPr lang="ru-RU" dirty="0"/>
          </a:p>
        </p:txBody>
      </p:sp>
      <p:sp>
        <p:nvSpPr>
          <p:cNvPr id="15" name="Стрелка вниз 14"/>
          <p:cNvSpPr/>
          <p:nvPr/>
        </p:nvSpPr>
        <p:spPr>
          <a:xfrm>
            <a:off x="3428992" y="3143248"/>
            <a:ext cx="45719" cy="14287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0"/>
            <a:ext cx="9429816" cy="1470025"/>
          </a:xfrm>
        </p:spPr>
        <p:txBody>
          <a:bodyPr/>
          <a:lstStyle/>
          <a:p>
            <a:r>
              <a:rPr lang="ru-RU" dirty="0" smtClean="0"/>
              <a:t>Шаг 4 – настройка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-285816" y="714356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4.5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установка сети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ROS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1538" y="2143116"/>
            <a:ext cx="3885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Временный (до первой перезагрузки)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57224" y="2571744"/>
            <a:ext cx="695793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подставляем свои </a:t>
            </a:r>
            <a:r>
              <a:rPr lang="en-US" dirty="0" smtClean="0"/>
              <a:t>IP</a:t>
            </a:r>
            <a:r>
              <a:rPr lang="ru-RU" dirty="0"/>
              <a:t> </a:t>
            </a:r>
            <a:r>
              <a:rPr lang="ru-RU" dirty="0" smtClean="0"/>
              <a:t>и вызываем по 2 команды на каждом </a:t>
            </a:r>
            <a:r>
              <a:rPr lang="en-US" dirty="0" smtClean="0"/>
              <a:t>Raspberry</a:t>
            </a:r>
          </a:p>
          <a:p>
            <a:r>
              <a:rPr lang="ru-RU" b="1" u="sng" dirty="0" smtClean="0"/>
              <a:t>например </a:t>
            </a:r>
          </a:p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для мастера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:</a:t>
            </a:r>
            <a:endParaRPr lang="ru-RU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export</a:t>
            </a:r>
            <a:r>
              <a:rPr lang="en-US" dirty="0" smtClean="0"/>
              <a:t> </a:t>
            </a:r>
            <a:r>
              <a:rPr lang="en-US" dirty="0"/>
              <a:t>ROS_MASTER_URI=</a:t>
            </a:r>
            <a:r>
              <a:rPr lang="en-US" dirty="0" smtClean="0"/>
              <a:t>http://192.168.31.79:11311 </a:t>
            </a:r>
            <a:endParaRPr lang="ru-RU" dirty="0" smtClean="0"/>
          </a:p>
          <a:p>
            <a:r>
              <a:rPr lang="en-US" dirty="0" smtClean="0"/>
              <a:t>export ROS_IP=192.168.31.79</a:t>
            </a:r>
            <a:endParaRPr lang="ru-RU" dirty="0" smtClean="0"/>
          </a:p>
          <a:p>
            <a:r>
              <a:rPr lang="ru-RU" dirty="0" smtClean="0">
                <a:solidFill>
                  <a:schemeClr val="tx2">
                    <a:lumMod val="75000"/>
                  </a:schemeClr>
                </a:solidFill>
              </a:rPr>
              <a:t>для клиента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 smtClean="0"/>
              <a:t>export ROS_MASTER_URI=http://192.168.31.79:11311 </a:t>
            </a:r>
            <a:endParaRPr lang="ru-RU" dirty="0" smtClean="0"/>
          </a:p>
          <a:p>
            <a:r>
              <a:rPr lang="en-US" dirty="0" smtClean="0"/>
              <a:t>export ROS_IP=192.168.31.</a:t>
            </a:r>
            <a:r>
              <a:rPr lang="ru-RU" dirty="0" smtClean="0"/>
              <a:t>197</a:t>
            </a:r>
          </a:p>
          <a:p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4000496" y="3714752"/>
            <a:ext cx="2071702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2428860" y="4000504"/>
            <a:ext cx="1214446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000496" y="4572008"/>
            <a:ext cx="2071702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2357422" y="4786322"/>
            <a:ext cx="1500198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0"/>
            <a:ext cx="9429816" cy="1470025"/>
          </a:xfrm>
        </p:spPr>
        <p:txBody>
          <a:bodyPr/>
          <a:lstStyle/>
          <a:p>
            <a:r>
              <a:rPr lang="ru-RU" dirty="0" smtClean="0"/>
              <a:t>Шаг 4 – настройка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-285816" y="714356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4.5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установка сети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ROS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1538" y="2143116"/>
            <a:ext cx="139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Постоянный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57224" y="2571744"/>
            <a:ext cx="69638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 каждой </a:t>
            </a:r>
            <a:r>
              <a:rPr lang="en-US" dirty="0"/>
              <a:t>Raspberry</a:t>
            </a:r>
            <a:r>
              <a:rPr lang="ru-RU" dirty="0"/>
              <a:t> </a:t>
            </a:r>
            <a:r>
              <a:rPr lang="ru-RU" dirty="0" smtClean="0"/>
              <a:t>открываем файл </a:t>
            </a:r>
            <a:r>
              <a:rPr lang="en-US" dirty="0" smtClean="0"/>
              <a:t>/home/pi/.</a:t>
            </a:r>
            <a:r>
              <a:rPr lang="en-US" dirty="0" err="1" smtClean="0"/>
              <a:t>bashrc</a:t>
            </a:r>
            <a:endParaRPr lang="ru-RU" dirty="0" smtClean="0"/>
          </a:p>
          <a:p>
            <a:r>
              <a:rPr lang="ru-RU" dirty="0" smtClean="0"/>
              <a:t>подставляем свои </a:t>
            </a:r>
            <a:r>
              <a:rPr lang="en-US" dirty="0" smtClean="0"/>
              <a:t>IP</a:t>
            </a:r>
            <a:r>
              <a:rPr lang="ru-RU" dirty="0"/>
              <a:t> </a:t>
            </a:r>
            <a:r>
              <a:rPr lang="ru-RU" dirty="0" smtClean="0"/>
              <a:t>и вставляем по 2 команды на каждом </a:t>
            </a:r>
            <a:r>
              <a:rPr lang="en-US" dirty="0" smtClean="0"/>
              <a:t>Raspberry</a:t>
            </a:r>
          </a:p>
          <a:p>
            <a:r>
              <a:rPr lang="ru-RU" dirty="0" smtClean="0"/>
              <a:t>например</a:t>
            </a:r>
            <a:r>
              <a:rPr lang="en-US" dirty="0" smtClean="0"/>
              <a:t>:</a:t>
            </a:r>
          </a:p>
          <a:p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500438"/>
            <a:ext cx="454342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928662" y="4429132"/>
            <a:ext cx="3835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после этого перезагрузить </a:t>
            </a:r>
            <a:r>
              <a:rPr lang="en-US" dirty="0"/>
              <a:t>Raspberry</a:t>
            </a:r>
            <a:r>
              <a:rPr lang="ru-RU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387339"/>
            <a:ext cx="9429816" cy="1470025"/>
          </a:xfrm>
        </p:spPr>
        <p:txBody>
          <a:bodyPr/>
          <a:lstStyle/>
          <a:p>
            <a:r>
              <a:rPr lang="ru-RU" dirty="0" smtClean="0"/>
              <a:t>Шаг 5 – проверка сети </a:t>
            </a:r>
            <a:r>
              <a:rPr lang="en-US" dirty="0" smtClean="0"/>
              <a:t>ROS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71472" y="2857496"/>
            <a:ext cx="6500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Проверить работу сети можно с помощью простеньких программ по отправке и принятию данных из топика 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71472" y="2000240"/>
            <a:ext cx="6500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Теперь обе </a:t>
            </a:r>
            <a:r>
              <a:rPr lang="en-US" sz="2000" dirty="0" smtClean="0"/>
              <a:t>Raspberry</a:t>
            </a:r>
            <a:r>
              <a:rPr lang="ru-RU" sz="2000" dirty="0" smtClean="0"/>
              <a:t> настроены и клиент может видеть топики мастера </a:t>
            </a:r>
            <a:endParaRPr lang="ru-RU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3786190"/>
            <a:ext cx="4786346" cy="2647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572132" y="4429132"/>
            <a:ext cx="31432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Я подготовил 2 программы</a:t>
            </a:r>
            <a:r>
              <a:rPr lang="en-US" sz="1600" dirty="0" smtClean="0"/>
              <a:t> – </a:t>
            </a:r>
            <a:r>
              <a:rPr lang="ru-RU" sz="1600" dirty="0" smtClean="0"/>
              <a:t>одна для публикации данных, вторая для принятия этих данных.</a:t>
            </a:r>
          </a:p>
          <a:p>
            <a:endParaRPr lang="ru-RU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387339"/>
            <a:ext cx="9429816" cy="1470025"/>
          </a:xfrm>
        </p:spPr>
        <p:txBody>
          <a:bodyPr/>
          <a:lstStyle/>
          <a:p>
            <a:r>
              <a:rPr lang="ru-RU" dirty="0" smtClean="0"/>
              <a:t>Шаг 6 – загрузка своих файлов на </a:t>
            </a:r>
            <a:r>
              <a:rPr lang="en-US" dirty="0"/>
              <a:t>Raspberry</a:t>
            </a:r>
            <a:r>
              <a:rPr lang="ru-RU" dirty="0"/>
              <a:t> </a:t>
            </a:r>
            <a:r>
              <a:rPr lang="ru-RU" dirty="0" smtClean="0"/>
              <a:t>(бонусный)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928662" y="2285992"/>
            <a:ext cx="8572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Обязательно налаживаем подключение </a:t>
            </a:r>
            <a:r>
              <a:rPr lang="en-US" dirty="0" smtClean="0"/>
              <a:t>SSH</a:t>
            </a:r>
            <a:r>
              <a:rPr lang="ru-RU" dirty="0"/>
              <a:t> </a:t>
            </a:r>
            <a:r>
              <a:rPr lang="ru-RU" dirty="0" smtClean="0"/>
              <a:t>к </a:t>
            </a:r>
            <a:r>
              <a:rPr lang="en-US" dirty="0"/>
              <a:t>Raspberry</a:t>
            </a:r>
            <a:r>
              <a:rPr lang="en-US" dirty="0" smtClean="0"/>
              <a:t> </a:t>
            </a:r>
            <a:r>
              <a:rPr lang="ru-RU" dirty="0" smtClean="0"/>
              <a:t>на том устройстве, на котором находятся эти самые файлы, которые нужно скопировать.</a:t>
            </a:r>
          </a:p>
          <a:p>
            <a:r>
              <a:rPr lang="ru-RU" dirty="0" smtClean="0"/>
              <a:t>но </a:t>
            </a:r>
            <a:r>
              <a:rPr lang="ru-RU" b="1" dirty="0" smtClean="0"/>
              <a:t>не </a:t>
            </a:r>
            <a:r>
              <a:rPr lang="ru-RU" dirty="0" smtClean="0"/>
              <a:t>выполняем команду</a:t>
            </a:r>
            <a:r>
              <a:rPr lang="en-US" dirty="0" smtClean="0"/>
              <a:t> </a:t>
            </a:r>
            <a:r>
              <a:rPr lang="en-US" dirty="0" err="1" smtClean="0"/>
              <a:t>ssh</a:t>
            </a:r>
            <a:endParaRPr lang="ru-RU" dirty="0" smtClean="0"/>
          </a:p>
          <a:p>
            <a:r>
              <a:rPr lang="ru-RU" dirty="0" smtClean="0"/>
              <a:t>вместо этого выполняем </a:t>
            </a:r>
            <a:r>
              <a:rPr lang="en-US" dirty="0" err="1" smtClean="0"/>
              <a:t>scp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dirty="0" smtClean="0"/>
              <a:t>например</a:t>
            </a:r>
          </a:p>
          <a:p>
            <a:r>
              <a:rPr lang="en-US" dirty="0" err="1" smtClean="0"/>
              <a:t>scp</a:t>
            </a:r>
            <a:r>
              <a:rPr lang="en-US" dirty="0" smtClean="0"/>
              <a:t> C:\Users\Blokk\test.txt pi@192.168.31.79:/home/pi</a:t>
            </a:r>
          </a:p>
          <a:p>
            <a:r>
              <a:rPr lang="en-US" dirty="0"/>
              <a:t> </a:t>
            </a:r>
            <a:r>
              <a:rPr lang="en-US" dirty="0" smtClean="0"/>
              <a:t>          </a:t>
            </a:r>
            <a:r>
              <a:rPr lang="ru-RU" sz="1400" i="1" dirty="0" smtClean="0"/>
              <a:t>отсюда</a:t>
            </a:r>
            <a:r>
              <a:rPr lang="en-US" sz="1400" i="1" dirty="0" smtClean="0"/>
              <a:t>                                                       </a:t>
            </a:r>
            <a:r>
              <a:rPr lang="ru-RU" sz="1400" i="1" dirty="0" smtClean="0"/>
              <a:t>сюда</a:t>
            </a:r>
            <a:endParaRPr lang="ru-RU" i="1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357694"/>
            <a:ext cx="8869363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5072074"/>
            <a:ext cx="290512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5786454"/>
            <a:ext cx="154305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387339"/>
            <a:ext cx="9429816" cy="1470025"/>
          </a:xfrm>
        </p:spPr>
        <p:txBody>
          <a:bodyPr/>
          <a:lstStyle/>
          <a:p>
            <a:r>
              <a:rPr lang="ru-RU" dirty="0" smtClean="0"/>
              <a:t>Шаг 7 – вскрытие образа </a:t>
            </a:r>
            <a:r>
              <a:rPr lang="en-US" dirty="0"/>
              <a:t>Raspberry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ru-RU" dirty="0" err="1" smtClean="0"/>
              <a:t>экстра-бонусный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1" y="3143248"/>
            <a:ext cx="3643338" cy="1232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57224" y="1928802"/>
            <a:ext cx="85725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Файловая система </a:t>
            </a:r>
            <a:r>
              <a:rPr lang="en-US" sz="1400" dirty="0" smtClean="0"/>
              <a:t>Raspberry</a:t>
            </a:r>
            <a:r>
              <a:rPr lang="ru-RU" sz="1400" dirty="0"/>
              <a:t> </a:t>
            </a:r>
            <a:r>
              <a:rPr lang="ru-RU" sz="1400" dirty="0" smtClean="0"/>
              <a:t>хранится на </a:t>
            </a:r>
            <a:r>
              <a:rPr lang="ru-RU" sz="1400" dirty="0" err="1" smtClean="0"/>
              <a:t>микроСД</a:t>
            </a:r>
            <a:r>
              <a:rPr lang="ru-RU" sz="1400" dirty="0" smtClean="0"/>
              <a:t>. </a:t>
            </a:r>
          </a:p>
          <a:p>
            <a:r>
              <a:rPr lang="ru-RU" sz="1400" dirty="0" smtClean="0"/>
              <a:t>когда образ загружен </a:t>
            </a:r>
            <a:r>
              <a:rPr lang="ru-RU" sz="1400" dirty="0" err="1" smtClean="0"/>
              <a:t>микроСД</a:t>
            </a:r>
            <a:r>
              <a:rPr lang="ru-RU" sz="1400" dirty="0" smtClean="0"/>
              <a:t> делится на два сегмента</a:t>
            </a:r>
            <a:r>
              <a:rPr lang="en-US" sz="1400" dirty="0" smtClean="0"/>
              <a:t>:</a:t>
            </a:r>
            <a:r>
              <a:rPr lang="ru-RU" sz="1400" dirty="0" smtClean="0"/>
              <a:t> </a:t>
            </a:r>
            <a:r>
              <a:rPr lang="en-US" sz="1400" dirty="0" smtClean="0"/>
              <a:t>boot </a:t>
            </a:r>
            <a:r>
              <a:rPr lang="ru-RU" sz="1400" dirty="0" smtClean="0"/>
              <a:t>и </a:t>
            </a:r>
            <a:r>
              <a:rPr lang="en-US" sz="1400" dirty="0" err="1" smtClean="0"/>
              <a:t>usb</a:t>
            </a:r>
            <a:r>
              <a:rPr lang="en-US" sz="1400" dirty="0" smtClean="0"/>
              <a:t>-</a:t>
            </a:r>
            <a:r>
              <a:rPr lang="ru-RU" sz="1400" dirty="0" smtClean="0"/>
              <a:t>накопитель.</a:t>
            </a:r>
            <a:endParaRPr lang="en-US" sz="1400" dirty="0" smtClean="0"/>
          </a:p>
          <a:p>
            <a:r>
              <a:rPr lang="ru-RU" sz="1400" dirty="0" smtClean="0"/>
              <a:t>на </a:t>
            </a:r>
            <a:r>
              <a:rPr lang="en-US" sz="1400" dirty="0" smtClean="0"/>
              <a:t>boot </a:t>
            </a:r>
            <a:r>
              <a:rPr lang="ru-RU" sz="1400" dirty="0" smtClean="0"/>
              <a:t>нет ничего полезного.</a:t>
            </a:r>
          </a:p>
          <a:p>
            <a:r>
              <a:rPr lang="ru-RU" sz="1400" dirty="0" smtClean="0"/>
              <a:t>а на </a:t>
            </a:r>
            <a:r>
              <a:rPr lang="en-US" sz="1400" dirty="0" err="1" smtClean="0"/>
              <a:t>usb</a:t>
            </a:r>
            <a:r>
              <a:rPr lang="en-US" sz="1400" dirty="0" smtClean="0"/>
              <a:t>-</a:t>
            </a:r>
            <a:r>
              <a:rPr lang="ru-RU" sz="1400" dirty="0" smtClean="0"/>
              <a:t>накопителе хранится вся файловая система </a:t>
            </a:r>
            <a:r>
              <a:rPr lang="en-US" sz="1400" dirty="0" smtClean="0"/>
              <a:t>Raspberry</a:t>
            </a:r>
            <a:r>
              <a:rPr lang="ru-RU" sz="1400" dirty="0" smtClean="0"/>
              <a:t>.</a:t>
            </a:r>
          </a:p>
          <a:p>
            <a:r>
              <a:rPr lang="ru-RU" sz="1400" dirty="0" smtClean="0"/>
              <a:t>но открыть этот </a:t>
            </a:r>
            <a:r>
              <a:rPr lang="en-US" sz="1400" dirty="0" err="1" smtClean="0"/>
              <a:t>usb</a:t>
            </a:r>
            <a:r>
              <a:rPr lang="en-US" sz="1400" dirty="0" smtClean="0"/>
              <a:t>-</a:t>
            </a:r>
            <a:r>
              <a:rPr lang="ru-RU" sz="1400" dirty="0" smtClean="0"/>
              <a:t>накопитель на </a:t>
            </a:r>
            <a:r>
              <a:rPr lang="en-US" sz="1400" dirty="0" smtClean="0"/>
              <a:t>windows </a:t>
            </a:r>
            <a:r>
              <a:rPr lang="ru-RU" sz="1400" dirty="0" smtClean="0"/>
              <a:t>не возможно</a:t>
            </a:r>
            <a:endParaRPr lang="ru-RU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785786" y="4572008"/>
            <a:ext cx="857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Чтобы открыть этот сегмент нужно открывать его через систему </a:t>
            </a:r>
            <a:r>
              <a:rPr lang="ru-RU" dirty="0" err="1" smtClean="0"/>
              <a:t>линукс</a:t>
            </a:r>
            <a:r>
              <a:rPr lang="ru-RU" dirty="0" smtClean="0"/>
              <a:t>. я воспользовался виртуальной машиной</a:t>
            </a:r>
            <a:r>
              <a:rPr lang="en-US" dirty="0" smtClean="0"/>
              <a:t> VMware</a:t>
            </a:r>
            <a:r>
              <a:rPr lang="ru-RU" dirty="0" smtClean="0"/>
              <a:t> – самый удобный вариант</a:t>
            </a:r>
            <a:endParaRPr lang="ru-RU"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5357826"/>
            <a:ext cx="4039575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5429264"/>
            <a:ext cx="1571636" cy="167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86512" y="5286388"/>
            <a:ext cx="2219316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280902"/>
            <a:ext cx="9429816" cy="1470025"/>
          </a:xfrm>
        </p:spPr>
        <p:txBody>
          <a:bodyPr/>
          <a:lstStyle/>
          <a:p>
            <a:r>
              <a:rPr lang="ru-RU" dirty="0" smtClean="0"/>
              <a:t>Полезная </a:t>
            </a:r>
            <a:r>
              <a:rPr lang="ru-RU" dirty="0" err="1" smtClean="0"/>
              <a:t>инфа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57158" y="1857364"/>
            <a:ext cx="85725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clover.coex.tech</a:t>
            </a:r>
            <a:r>
              <a:rPr lang="en-US" dirty="0" smtClean="0"/>
              <a:t> </a:t>
            </a:r>
            <a:r>
              <a:rPr lang="ru-RU" dirty="0" smtClean="0"/>
              <a:t>– документация клевера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самые полезные разделы в документации клевера это </a:t>
            </a:r>
            <a:r>
              <a:rPr lang="en-US" dirty="0" smtClean="0"/>
              <a:t>“</a:t>
            </a:r>
            <a:r>
              <a:rPr lang="ru-RU" dirty="0" smtClean="0"/>
              <a:t>Работа с </a:t>
            </a:r>
            <a:r>
              <a:rPr lang="en-US" dirty="0" smtClean="0"/>
              <a:t>Raspberry PI”</a:t>
            </a:r>
            <a:r>
              <a:rPr lang="ru-RU" dirty="0" smtClean="0"/>
              <a:t>, </a:t>
            </a:r>
            <a:r>
              <a:rPr lang="en-US" dirty="0" smtClean="0"/>
              <a:t>“</a:t>
            </a:r>
            <a:r>
              <a:rPr lang="ru-RU" dirty="0" smtClean="0"/>
              <a:t>Гид по автономному полету</a:t>
            </a:r>
            <a:r>
              <a:rPr lang="en-US" dirty="0" smtClean="0"/>
              <a:t>”</a:t>
            </a:r>
            <a:r>
              <a:rPr lang="ru-RU" dirty="0" smtClean="0"/>
              <a:t> и </a:t>
            </a:r>
            <a:r>
              <a:rPr lang="en-US" dirty="0" smtClean="0"/>
              <a:t>“</a:t>
            </a:r>
            <a:r>
              <a:rPr lang="ru-RU" dirty="0" smtClean="0"/>
              <a:t>Настройка сети </a:t>
            </a:r>
            <a:r>
              <a:rPr lang="en-US" dirty="0" smtClean="0"/>
              <a:t>RPI”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hlinkClick r:id="rId2"/>
              </a:rPr>
              <a:t>h</a:t>
            </a:r>
            <a:r>
              <a:rPr lang="en-US" sz="1400" dirty="0" smtClean="0">
                <a:hlinkClick r:id="rId2"/>
              </a:rPr>
              <a:t>ttps://github.com/CopterExpress/clever-show</a:t>
            </a:r>
            <a:r>
              <a:rPr lang="en-US" sz="1400" dirty="0" smtClean="0"/>
              <a:t>. </a:t>
            </a:r>
            <a:r>
              <a:rPr lang="ru-RU" sz="1400" dirty="0" smtClean="0"/>
              <a:t>- </a:t>
            </a:r>
            <a:r>
              <a:rPr lang="ru-RU" dirty="0" smtClean="0"/>
              <a:t>инструкция для шоу </a:t>
            </a:r>
            <a:r>
              <a:rPr lang="ru-RU" dirty="0" err="1" smtClean="0"/>
              <a:t>дронов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пароль от </a:t>
            </a:r>
            <a:r>
              <a:rPr lang="en-US" dirty="0" err="1" smtClean="0"/>
              <a:t>wifi</a:t>
            </a:r>
            <a:r>
              <a:rPr lang="ru-RU" dirty="0" smtClean="0"/>
              <a:t> который раздает </a:t>
            </a:r>
            <a:r>
              <a:rPr lang="en-US" dirty="0"/>
              <a:t>Raspberry</a:t>
            </a:r>
            <a:r>
              <a:rPr lang="ru-RU" dirty="0"/>
              <a:t> </a:t>
            </a:r>
            <a:r>
              <a:rPr lang="ru-RU" dirty="0" smtClean="0"/>
              <a:t>– </a:t>
            </a:r>
            <a:r>
              <a:rPr lang="en-US" dirty="0" err="1" smtClean="0"/>
              <a:t>cloverwifi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пароль от </a:t>
            </a:r>
            <a:r>
              <a:rPr lang="en-US" dirty="0" smtClean="0"/>
              <a:t>web </a:t>
            </a:r>
            <a:r>
              <a:rPr lang="ru-RU" dirty="0" smtClean="0"/>
              <a:t>терминала по умолчанию – </a:t>
            </a:r>
            <a:r>
              <a:rPr lang="en-US" dirty="0" smtClean="0"/>
              <a:t>raspberry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команда </a:t>
            </a:r>
            <a:r>
              <a:rPr lang="en-US" dirty="0" smtClean="0"/>
              <a:t>windows</a:t>
            </a:r>
            <a:r>
              <a:rPr lang="ru-RU" dirty="0" smtClean="0"/>
              <a:t> для подключения по </a:t>
            </a:r>
            <a:r>
              <a:rPr lang="en-US" dirty="0" smtClean="0"/>
              <a:t>SSH:</a:t>
            </a:r>
            <a:r>
              <a:rPr lang="ru-RU" dirty="0"/>
              <a:t> </a:t>
            </a:r>
            <a:r>
              <a:rPr lang="en-US" b="1" dirty="0" err="1" smtClean="0">
                <a:latin typeface="Bahnschrift Light" pitchFamily="34" charset="0"/>
              </a:rPr>
              <a:t>ssh</a:t>
            </a:r>
            <a:r>
              <a:rPr lang="en-US" b="1" dirty="0" smtClean="0">
                <a:latin typeface="Bahnschrift Light" pitchFamily="34" charset="0"/>
              </a:rPr>
              <a:t> pi@</a:t>
            </a:r>
            <a:r>
              <a:rPr lang="en-US" dirty="0" smtClean="0">
                <a:latin typeface="Comic Sans MS" pitchFamily="66" charset="0"/>
              </a:rPr>
              <a:t>&lt;IP</a:t>
            </a:r>
            <a:r>
              <a:rPr lang="ru-RU" dirty="0">
                <a:latin typeface="Comic Sans MS" pitchFamily="66" charset="0"/>
              </a:rPr>
              <a:t> </a:t>
            </a:r>
            <a:r>
              <a:rPr lang="ru-RU" dirty="0" smtClean="0">
                <a:latin typeface="Comic Sans MS" pitchFamily="66" charset="0"/>
              </a:rPr>
              <a:t>устройства</a:t>
            </a:r>
            <a:r>
              <a:rPr lang="en-US" dirty="0" smtClean="0">
                <a:latin typeface="Comic Sans MS" pitchFamily="66" charset="0"/>
              </a:rPr>
              <a:t>&gt;</a:t>
            </a:r>
            <a:endParaRPr lang="ru-RU" dirty="0" smtClean="0">
              <a:latin typeface="Comic Sans MS" pitchFamily="66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IP</a:t>
            </a:r>
            <a:r>
              <a:rPr lang="ru-RU" dirty="0" smtClean="0"/>
              <a:t> </a:t>
            </a:r>
            <a:r>
              <a:rPr lang="en-US" dirty="0" smtClean="0"/>
              <a:t>Raspberry</a:t>
            </a:r>
            <a:r>
              <a:rPr lang="ru-RU" dirty="0" smtClean="0"/>
              <a:t> по умолчанию - 192.168.11.1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команда для перезагрузки</a:t>
            </a:r>
            <a:r>
              <a:rPr lang="en-US" dirty="0" smtClean="0"/>
              <a:t> Raspberry: </a:t>
            </a:r>
            <a:r>
              <a:rPr lang="en-US" b="1" dirty="0" err="1" smtClean="0">
                <a:latin typeface="Bahnschrift Light" pitchFamily="34" charset="0"/>
              </a:rPr>
              <a:t>sudo</a:t>
            </a:r>
            <a:r>
              <a:rPr lang="en-US" b="1" dirty="0" smtClean="0">
                <a:latin typeface="Bahnschrift Light" pitchFamily="34" charset="0"/>
              </a:rPr>
              <a:t> reboot</a:t>
            </a:r>
            <a:endParaRPr lang="ru-RU" b="1" dirty="0" smtClean="0">
              <a:latin typeface="Bahnschrift Light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для копирования файлов команда </a:t>
            </a:r>
            <a:r>
              <a:rPr lang="en-US" dirty="0" err="1" smtClean="0"/>
              <a:t>scp</a:t>
            </a:r>
            <a:r>
              <a:rPr lang="ru-RU" dirty="0" smtClean="0"/>
              <a:t> на </a:t>
            </a:r>
            <a:r>
              <a:rPr lang="ru-RU" dirty="0" err="1" smtClean="0"/>
              <a:t>виндовс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путь к файлу для настройки выполнения команд при старте </a:t>
            </a:r>
            <a:r>
              <a:rPr lang="en-US" sz="1400" dirty="0" smtClean="0"/>
              <a:t>/home/pi/.</a:t>
            </a:r>
            <a:r>
              <a:rPr lang="en-US" sz="1400" dirty="0" err="1" smtClean="0"/>
              <a:t>bashrc</a:t>
            </a:r>
            <a:endParaRPr lang="ru-RU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путь до папки с конфигурациями </a:t>
            </a:r>
            <a:r>
              <a:rPr lang="en-US" dirty="0" smtClean="0"/>
              <a:t>launch</a:t>
            </a:r>
            <a:r>
              <a:rPr lang="ru-RU" dirty="0" smtClean="0"/>
              <a:t> - </a:t>
            </a:r>
            <a:r>
              <a:rPr lang="en-US" sz="1400" dirty="0" smtClean="0">
                <a:latin typeface="+mj-lt"/>
              </a:rPr>
              <a:t>/home/pi/</a:t>
            </a:r>
            <a:r>
              <a:rPr lang="en-US" sz="1400" dirty="0" err="1" smtClean="0">
                <a:latin typeface="+mj-lt"/>
              </a:rPr>
              <a:t>catkin_ws</a:t>
            </a:r>
            <a:r>
              <a:rPr lang="en-US" sz="1400" dirty="0" smtClean="0">
                <a:latin typeface="+mj-lt"/>
              </a:rPr>
              <a:t>/</a:t>
            </a:r>
            <a:r>
              <a:rPr lang="en-US" sz="1400" dirty="0" err="1" smtClean="0">
                <a:latin typeface="+mj-lt"/>
              </a:rPr>
              <a:t>src</a:t>
            </a:r>
            <a:r>
              <a:rPr lang="en-US" sz="1400" dirty="0" smtClean="0">
                <a:latin typeface="+mj-lt"/>
              </a:rPr>
              <a:t>/clover/clover/launch</a:t>
            </a:r>
            <a:endParaRPr lang="ru-RU" sz="1600" dirty="0"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dirty="0" smtClean="0">
                <a:latin typeface="+mj-lt"/>
              </a:rPr>
              <a:t>путь до файла-настройки режима подключения</a:t>
            </a:r>
            <a:r>
              <a:rPr lang="ru-RU" dirty="0">
                <a:latin typeface="+mj-lt"/>
              </a:rPr>
              <a:t> </a:t>
            </a:r>
            <a:r>
              <a:rPr lang="ru-RU" dirty="0" smtClean="0">
                <a:latin typeface="+mj-lt"/>
              </a:rPr>
              <a:t>- </a:t>
            </a:r>
            <a:r>
              <a:rPr lang="en-US" sz="1400" dirty="0" smtClean="0"/>
              <a:t>/etc/</a:t>
            </a:r>
            <a:r>
              <a:rPr lang="en-US" sz="1400" dirty="0" err="1" smtClean="0"/>
              <a:t>wpa_supplicant</a:t>
            </a:r>
            <a:r>
              <a:rPr lang="en-US" sz="1400" dirty="0" smtClean="0"/>
              <a:t>/</a:t>
            </a:r>
            <a:r>
              <a:rPr lang="en-US" sz="1400" dirty="0" err="1" smtClean="0"/>
              <a:t>wpa_supplicant.conf</a:t>
            </a:r>
            <a:endParaRPr lang="ru-RU" dirty="0" smtClean="0"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dirty="0" smtClean="0">
                <a:latin typeface="+mj-lt"/>
              </a:rPr>
              <a:t>команда для настройки </a:t>
            </a:r>
            <a:r>
              <a:rPr lang="ru-RU" dirty="0" err="1" smtClean="0">
                <a:latin typeface="+mj-lt"/>
              </a:rPr>
              <a:t>аруко</a:t>
            </a:r>
            <a:r>
              <a:rPr lang="ru-RU" dirty="0" smtClean="0">
                <a:latin typeface="+mj-lt"/>
              </a:rPr>
              <a:t> карты </a:t>
            </a:r>
            <a:r>
              <a:rPr lang="ru-RU" dirty="0" err="1" smtClean="0">
                <a:latin typeface="+mj-lt"/>
              </a:rPr>
              <a:t>дрона</a:t>
            </a:r>
            <a:r>
              <a:rPr lang="en-US" dirty="0" smtClean="0">
                <a:latin typeface="+mj-lt"/>
              </a:rPr>
              <a:t>:</a:t>
            </a:r>
            <a:endParaRPr lang="ru-RU" dirty="0" smtClean="0"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endParaRPr lang="ru-RU" dirty="0" smtClean="0">
              <a:latin typeface="+mj-lt"/>
            </a:endParaRP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ru-RU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876528"/>
            <a:ext cx="929741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rosrun</a:t>
            </a:r>
            <a:r>
              <a:rPr lang="en-US" sz="1600" dirty="0" smtClean="0"/>
              <a:t> </a:t>
            </a:r>
            <a:r>
              <a:rPr lang="en-US" sz="1600" dirty="0" err="1" smtClean="0"/>
              <a:t>aruco_pose</a:t>
            </a:r>
            <a:r>
              <a:rPr lang="en-US" sz="1600" dirty="0" smtClean="0"/>
              <a:t> genmap.py 0.335 10 10 1 1 0 &gt; ~/</a:t>
            </a:r>
            <a:r>
              <a:rPr lang="en-US" sz="1600" dirty="0" err="1" smtClean="0"/>
              <a:t>catkin_ws</a:t>
            </a:r>
            <a:r>
              <a:rPr lang="en-US" sz="1600" dirty="0" smtClean="0"/>
              <a:t>/</a:t>
            </a:r>
            <a:r>
              <a:rPr lang="en-US" sz="1600" dirty="0" err="1" smtClean="0"/>
              <a:t>src</a:t>
            </a:r>
            <a:r>
              <a:rPr lang="en-US" sz="1600" dirty="0" smtClean="0"/>
              <a:t>/clover/</a:t>
            </a:r>
            <a:r>
              <a:rPr lang="en-US" sz="1600" dirty="0" err="1" smtClean="0"/>
              <a:t>aruco_pose</a:t>
            </a:r>
            <a:r>
              <a:rPr lang="en-US" sz="1600" dirty="0" smtClean="0"/>
              <a:t>/map/map.txt --top-left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1199</Words>
  <Application>Microsoft Office PowerPoint</Application>
  <PresentationFormat>Экран (4:3)</PresentationFormat>
  <Paragraphs>149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Инструкция по настройке и связыванию двух RaspberryPI</vt:lpstr>
      <vt:lpstr>Шаг 0 – скачать на рабочий компьютер все необходимое</vt:lpstr>
      <vt:lpstr>Шаг 1 – загрузка образа на microSD</vt:lpstr>
      <vt:lpstr>Шаг 2 – включение Raspberry </vt:lpstr>
      <vt:lpstr>Шаг 3 – настройка Raspberry </vt:lpstr>
      <vt:lpstr>Шаг 3 – настройка Raspberry </vt:lpstr>
      <vt:lpstr>Шаг 3 – настройка Raspberry-дрона </vt:lpstr>
      <vt:lpstr>Шаг 3 – настройка Raspberry-дрона </vt:lpstr>
      <vt:lpstr>Шаг 4 – настройка сети ROS</vt:lpstr>
      <vt:lpstr>Шаг 4 – настройка сети ROS</vt:lpstr>
      <vt:lpstr>Шаг 4 – настройка сети ROS</vt:lpstr>
      <vt:lpstr>Шаг 4 – настройка сети ROS</vt:lpstr>
      <vt:lpstr>Шаг 4 – настройка сети ROS</vt:lpstr>
      <vt:lpstr>Шаг 4 – настройка сети ROS</vt:lpstr>
      <vt:lpstr>Шаг 4 – настройка сети ROS</vt:lpstr>
      <vt:lpstr>Шаг 5 – проверка сети ROS</vt:lpstr>
      <vt:lpstr>Шаг 6 – загрузка своих файлов на Raspberry (бонусный)</vt:lpstr>
      <vt:lpstr>Шаг 7 – вскрытие образа Raspberry (экстра-бонусный)</vt:lpstr>
      <vt:lpstr>Полезная инфа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Blokk</dc:creator>
  <cp:lastModifiedBy>Blokk</cp:lastModifiedBy>
  <cp:revision>35</cp:revision>
  <dcterms:created xsi:type="dcterms:W3CDTF">2025-12-15T11:25:02Z</dcterms:created>
  <dcterms:modified xsi:type="dcterms:W3CDTF">2026-02-04T20:58:56Z</dcterms:modified>
</cp:coreProperties>
</file>